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  <p:italic r:id="rId16"/>
    </p:embeddedFont>
    <p:embeddedFont>
      <p:font typeface="Roboto Bold" panose="02000000000000000000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1CE05-8FDD-4824-AA3A-183DC7AF9509}" v="1" dt="2026-10-02T16:23:44.2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23:44.247" v="0"/>
      <pc:docMkLst>
        <pc:docMk/>
      </pc:docMkLst>
      <pc:sldChg chg="modSp">
        <pc:chgData name="LOKESH VARMA" userId="5a6544d979890337" providerId="LiveId" clId="{18709C81-8BFC-496B-85F4-F173543D6FD6}" dt="2026-10-02T16:23:44.247" v="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2T16:23:44.247" v="0"/>
          <ac:spMkLst>
            <pc:docMk/>
            <pc:sldMk cId="0" sldId="256"/>
            <ac:spMk id="6" creationId="{4BDCD210-339E-5D03-74FF-9133ACB9E0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04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580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Cold Storage and Food Transportation Temperature Monitoring System with Real-Time Alerts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44252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IoT-based system for continuously monitoring environmental conditions during cold storage and food transportation — maintaining correct temperature conditions to preserve food quality, prevent spoilage, and deliver real-time alerts when abnormal conditions arise.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CD210-339E-5D03-74FF-9133ACB9E0DF}"/>
              </a:ext>
            </a:extLst>
          </p:cNvPr>
          <p:cNvSpPr txBox="1"/>
          <p:nvPr/>
        </p:nvSpPr>
        <p:spPr>
          <a:xfrm>
            <a:off x="8666720" y="6169999"/>
            <a:ext cx="3524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b="1"/>
              <a:t>AMATAPU VENKATA NAGA ROHITH</a:t>
            </a:r>
            <a:br>
              <a:rPr lang="en-IN" b="1"/>
            </a:br>
            <a:r>
              <a:rPr lang="en-IN" b="1"/>
              <a:t>323129520026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7964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23380"/>
            <a:ext cx="6296860" cy="15584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2832" y="1516658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Temperature Requirements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502832" y="1885156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Maintaining the correct temperature during cold storage and food transportation is critical for preserving food quality and preventing spoilage.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42444"/>
            <a:ext cx="6296860" cy="15584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2832" y="323572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of Traditional Methods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502832" y="3604220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monitoring depends on manual inspections and periodic measurements, making it difficult to detect temperature fluctuations immediately.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61508"/>
            <a:ext cx="6296860" cy="15584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02832" y="4954786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Intelligent Systems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502832" y="5323284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storage facilities and logistics providers require intelligent systems that continuously monitor environmental conditions and provide immediate alerts when abnormal temperatures occur.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2449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Temperature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808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deploys IoT sensors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monitor temperature conditions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cold storage and food transportation environments.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583682"/>
            <a:ext cx="6903269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data is collected and monitored through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centralized, secure, and user-friendly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alerts are triggered automatically when temperature conditions exceed predefined safe limits.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enables responsible personnel to take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spoilage occurs.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0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584920"/>
            <a:ext cx="53456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879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886" y="1925340"/>
            <a:ext cx="247148" cy="247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500908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2893318"/>
            <a:ext cx="49668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monitor temperature and environmental conditions during cold storage and transportation in real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4448" y="1584920"/>
            <a:ext cx="53457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73851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4859" y="1925340"/>
            <a:ext cx="247148" cy="2471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3851" y="2500908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73851" y="2893318"/>
            <a:ext cx="496696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abnormal temperature fluctuations and provide automated alerts when readings exceed predefined safe limits.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1475" y="4125317"/>
            <a:ext cx="53456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0879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886" y="4465737"/>
            <a:ext cx="247148" cy="247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879" y="504130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Records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0879" y="5433715"/>
            <a:ext cx="496686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historical environmental records to support analysis, compliance, and effective cold chain management.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84448" y="4125317"/>
            <a:ext cx="53457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73851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4859" y="4465737"/>
            <a:ext cx="247148" cy="2471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3851" y="504130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Safety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73851" y="5433715"/>
            <a:ext cx="49669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food safety, minimize product spoilage, and improve monitoring efficiency compared with manual inspections.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Sensors and 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85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integrates the following major components to collect, transmit, monitor, and analyze environmental conditions: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3355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8739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296073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Temperature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continuous measurement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humidity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environmental monitoring.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3355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 communication modules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transmit sensor data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 connectivity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centralized access.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3355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296073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monitoring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real-time monitoring system and automated notification mechanism.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3355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interactive dashboard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live readings, trends, alerts, and equipment status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Readings Collected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91869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Measurement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 Installed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end-to-end workflow ensures that every temperature reading is captured, evaluated against safe limits, and acted upon — with all data retained for historical analysis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Monitoring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3082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Dashboard Provides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1510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Live temperature readings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environmental condition information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Historical temperature trends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pattern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Alert history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real-time abnormal-condition notifications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Equipment status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recorded environmental data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235648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52239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452938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enables responsible personnel to monitor conditions continuously, identify problems quickly, and take corrective actions without delay.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8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5306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Alerts, Safety, and Benefits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 Mechanism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1812528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069505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188766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safe temperature limits for monitored environments.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293320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190180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3309441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compare sensor readings with predefined limits.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4053880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310856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430117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conditions outside the safe range automatically.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5174555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431532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550793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responsible personnel and enable timely corrective action.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014389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Major Benefits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014389" y="1795066"/>
            <a:ext cx="2950295" cy="3192066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food safety and reduces product spoilage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continuous environmental monitoring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dependence on manual inspections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faster response to abnormal conditions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historical environmental records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cold chain management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regulatory compliance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178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System Applies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97608"/>
            <a:ext cx="332176" cy="332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Cold Storage Facilities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across large-scale cold storage environments.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5990" y="1497608"/>
            <a:ext cx="332176" cy="332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990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Processing Industries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55990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during processing and packaging stages.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96480"/>
            <a:ext cx="332176" cy="332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Supermarkets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 cold chain monitoring for perishable goods.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5990" y="2796480"/>
            <a:ext cx="332176" cy="332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55990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Pharmaceutical Storage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355990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Temperature-sensitive pharmaceutical and medical product storage.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95353"/>
            <a:ext cx="332176" cy="332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544318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Refrigerated Transport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845248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In-transit monitoring for refrigerated transportation services.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264317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264317" y="1485900"/>
            <a:ext cx="5272253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can be deployed throughout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storage and transportation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continuously monitor environmental conditions and support reliable cold chain management.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is designed to be: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61475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00675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Secure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800675" y="5820370"/>
            <a:ext cx="328227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data transmission and access control.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315511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454711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📈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Scalable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454711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organizations of any size requiring controlled environmental conditions.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9547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108747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Continuous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108747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Always-on monitoring without gaps or manual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533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35622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IoT-Based Cold Storage and Food Transportation Temperature Monitoring System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an intelligent approach to environmental monitoring: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042468"/>
            <a:ext cx="252505" cy="252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80340" y="2034084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and humidity sensors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collect environmental data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storage and transportation.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855664"/>
            <a:ext cx="252505" cy="2525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80340" y="2847280"/>
            <a:ext cx="574988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real-time monitoring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interactive dashboards with live readings, historical trends, alert history, and equipment status.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3919289"/>
            <a:ext cx="252505" cy="252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80340" y="3910905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alerts notify responsible personnel when temperature exceeds predefined safe limits, enabling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4732486"/>
            <a:ext cx="252505" cy="2525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80340" y="4724102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improves food safety, minimizes product spoilage, supports regulatory compliance,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enhances cold chain management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5866" y="5574804"/>
            <a:ext cx="604435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"Continuous IoT-based temperature monitoring and real-time alerts help maintain safe conditions, protect product quality, and strengthen cold chain management."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233360" y="5406132"/>
            <a:ext cx="19050" cy="846534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778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1</cp:revision>
  <dcterms:created xsi:type="dcterms:W3CDTF">2026-08-19T06:29:45Z</dcterms:created>
  <dcterms:modified xsi:type="dcterms:W3CDTF">2026-10-02T16:23:55Z</dcterms:modified>
</cp:coreProperties>
</file>